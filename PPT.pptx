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bin" panose="020B0604020202020204" charset="0"/>
      <p:regular r:id="rId13"/>
    </p:embeddedFont>
    <p:embeddedFont>
      <p:font typeface="Cabin Bold" panose="020B0604020202020204" charset="0"/>
      <p:regular r:id="rId14"/>
    </p:embeddedFont>
    <p:embeddedFont>
      <p:font typeface="Unbounde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87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210175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Classroom Monitoring System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574256"/>
            <a:ext cx="6223638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Attendance, Environmental Monitoring, and Energy Optimization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intelligent IoT-based solution for centralized classroom management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F71B9-AD3B-16BF-7ADA-BFD3107157A0}"/>
              </a:ext>
            </a:extLst>
          </p:cNvPr>
          <p:cNvSpPr txBox="1"/>
          <p:nvPr/>
        </p:nvSpPr>
        <p:spPr>
          <a:xfrm>
            <a:off x="9436359" y="6183677"/>
            <a:ext cx="2355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DUNGA NITISH KUMAR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323129520051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" y="488950"/>
            <a:ext cx="4409965" cy="5880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95313"/>
            <a:ext cx="6223638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269504"/>
            <a:ext cx="6223638" cy="11495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27239" y="1450578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Time-Consuming Attendance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527239" y="1767880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Traditional attendance methods are slow, error-prone, and consume valuable instructional time.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550716"/>
            <a:ext cx="6223638" cy="11495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27239" y="2731790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Manual Monitoring Burden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5527239" y="3049091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 human effort is required to observe and manage classroom environmental conditions.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3831927"/>
            <a:ext cx="6223638" cy="11495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27239" y="4013002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Wastage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5527239" y="4330303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Unnecessary usage of lights and fans leads to significant and avoidable electricity consumption.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5113139"/>
            <a:ext cx="6223638" cy="11495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27239" y="5294213"/>
            <a:ext cx="5785301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Lack of Intelligent Systems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5527239" y="5611515"/>
            <a:ext cx="5785301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Institutions lack centralized, automated tools to monitor resources and improve utilization efficiently.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697831"/>
            <a:ext cx="3462152" cy="3462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3144" y="1629668"/>
            <a:ext cx="684671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Solution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4653144" y="2415778"/>
            <a:ext cx="684671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integrated IoT-based Smart Classroom Monitoring System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that unifies attendance, environment, and energy management into a single intelligent platform.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53144" y="3552825"/>
            <a:ext cx="6846716" cy="1805186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 student attendance using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RFID or facial recognition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Monitor temperature, humidity, air quality, lighting, and classroom occupancy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control lights and fans based on occupancy and environmental conditions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centralized monitoring through a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secure and user-friendly platform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6978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Objectives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446212"/>
            <a:ext cx="361544" cy="361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012553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Attendance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98086" y="2376686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 recording accuracy and eliminate manual roll calls.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8239" y="1446212"/>
            <a:ext cx="361544" cy="361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239" y="2012553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Monitoring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98239" y="2376686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Track environmental conditions continuously across all classrooms.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979936"/>
            <a:ext cx="361544" cy="361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86" y="3546277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Occupancy Detection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98086" y="3910409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Detect and track the number of people present in each classroom.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8239" y="2979936"/>
            <a:ext cx="361544" cy="361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8239" y="3546277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Reduction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198239" y="3910409"/>
            <a:ext cx="5295371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 unnecessary electricity consumption through intelligent automation.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789289"/>
            <a:ext cx="361544" cy="3615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086" y="5355630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Centralized Access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98086" y="5719762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Provide administrators unified access to all classroom information.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8239" y="4789289"/>
            <a:ext cx="361544" cy="36155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8239" y="5355630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Reports and Insights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198239" y="5719762"/>
            <a:ext cx="5295371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attendance and energy-consumption reports for data-driven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Components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2908498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Attendance Module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104952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RFID reader or facial recognition for automated student identification.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274417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Environmental Sensors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23836" y="3470870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Temperature, humidity, and air quality monitoring devices.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23836" y="3640336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Occupancy Detection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23836" y="3836789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Sensors to detect presence and count of people in the classroom.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223836" y="4006255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Platform &amp; Dashboard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23836" y="4202708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Cloud-based storage, processing, and a user-friendly admin interface for centralized management.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9077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Working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54695"/>
            <a:ext cx="10795524" cy="4858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24272" y="1310800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Entry &amp; ID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324272" y="1668439"/>
            <a:ext cx="1889194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Students enter and are identified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92705" y="4817120"/>
            <a:ext cx="1899574" cy="54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Sensor Capture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192705" y="5449353"/>
            <a:ext cx="1899574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Occupancy and environment recorded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378" y="1137252"/>
            <a:ext cx="1889194" cy="549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IoT Transmission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40378" y="1769486"/>
            <a:ext cx="1889194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Modules send data to the platform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08812" y="4817120"/>
            <a:ext cx="1889193" cy="54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Analysis &amp; Control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08812" y="5449353"/>
            <a:ext cx="1889193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 analyzes and auto-controls devices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98086" y="5995988"/>
            <a:ext cx="10795524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operates as a seamless end-to-end pipeline — from student entry and identification through sensor data collection, intelligent analysis, automated device control, and finally centralized reporting for administrators.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770" y="488950"/>
            <a:ext cx="4409965" cy="5880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819745"/>
            <a:ext cx="6223638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and Monitoring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98086" y="1493937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860106" y="1655961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📋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Attendance Records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0106" y="1979613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 attendance logs and comprehensive historical reports.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98086" y="2508349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860106" y="2670373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🌡️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Environmental Data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0106" y="2994025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temperature, humidity, and air-quality information.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8086" y="3522762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860106" y="3684786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⚡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Energy Metrics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0106" y="4008438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Energy consumption tracking, trends, and analysis.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8086" y="4537174"/>
            <a:ext cx="6223638" cy="882749"/>
          </a:xfrm>
          <a:prstGeom prst="roundRect">
            <a:avLst>
              <a:gd name="adj" fmla="val 2754"/>
            </a:avLst>
          </a:prstGeom>
          <a:solidFill>
            <a:srgbClr val="304755"/>
          </a:solidFill>
          <a:ln/>
        </p:spPr>
      </p:sp>
      <p:sp>
        <p:nvSpPr>
          <p:cNvPr id="15" name="Text 12"/>
          <p:cNvSpPr/>
          <p:nvPr/>
        </p:nvSpPr>
        <p:spPr>
          <a:xfrm>
            <a:off x="860106" y="4699198"/>
            <a:ext cx="5899598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🔔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Alert Notifications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0106" y="5022850"/>
            <a:ext cx="589959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alerts for anomalies and critical classroom conditions.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8086" y="5568057"/>
            <a:ext cx="6223638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Administrators leverage real-time information to improve classroom management, optimize resource utilization, and make confident data-driven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71649"/>
            <a:ext cx="6857332" cy="1099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Optimization and Environmental Monitoring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2246908"/>
            <a:ext cx="6857332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continuously analyzes occupancy and sensor data to drive intelligent, automatic control of classroom devices — eliminating waste and maintaining comfort.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8086" y="2984302"/>
            <a:ext cx="6857332" cy="1694359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Prevent unnecessary operation of lights and fans using occupancy data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Respond to ambient lighting conditions via light sensor readings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Continuously monitor temperature and humidity for optimal comfort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 automatic device control based on real-time conditions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efficient and </a:t>
            </a: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sustainable classroom operations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8086" y="4875808"/>
            <a:ext cx="6857332" cy="988616"/>
          </a:xfrm>
          <a:prstGeom prst="roundRect">
            <a:avLst>
              <a:gd name="adj" fmla="val 2837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09" y="5143798"/>
            <a:ext cx="233754" cy="18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5686" y="5080298"/>
            <a:ext cx="606280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Intelligent automation maintains a more comfortable and productive learning environment while significantly reducing electricity wastage.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964" y="1687909"/>
            <a:ext cx="3481896" cy="3481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6227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Benefits, Security, and Scalability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27770"/>
            <a:ext cx="5307177" cy="227141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9051" y="1695648"/>
            <a:ext cx="285148" cy="2851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3583" y="2304653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Operational Benefits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13583" y="2692797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Accurate automated attendance, reduced manual effort, real-time monitoring, and an improved learning environment.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432" y="1527770"/>
            <a:ext cx="5307177" cy="227141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7397" y="1695648"/>
            <a:ext cx="285148" cy="28515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01930" y="2304653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Energy Efficiency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6401930" y="2692797"/>
            <a:ext cx="4876182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Lower electricity consumption, better resource utilization, and sustainable day-to-day operations.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980359"/>
            <a:ext cx="5307177" cy="227141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051" y="4148237"/>
            <a:ext cx="285148" cy="28515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13583" y="4757241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</a:t>
            </a:r>
            <a:endParaRPr lang="en-US" sz="1750" dirty="0"/>
          </a:p>
        </p:txBody>
      </p:sp>
      <p:sp>
        <p:nvSpPr>
          <p:cNvPr id="14" name="Text 6"/>
          <p:cNvSpPr/>
          <p:nvPr/>
        </p:nvSpPr>
        <p:spPr>
          <a:xfrm>
            <a:off x="913583" y="5145385"/>
            <a:ext cx="4876182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monitoring platform with controlled access and robust data protection measures.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432" y="3980359"/>
            <a:ext cx="5307177" cy="2271415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7397" y="4148237"/>
            <a:ext cx="285148" cy="28515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401930" y="4757241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Scalability</a:t>
            </a:r>
            <a:endParaRPr lang="en-US" sz="1750" dirty="0"/>
          </a:p>
        </p:txBody>
      </p:sp>
      <p:sp>
        <p:nvSpPr>
          <p:cNvPr id="18" name="Text 8"/>
          <p:cNvSpPr/>
          <p:nvPr/>
        </p:nvSpPr>
        <p:spPr>
          <a:xfrm>
            <a:off x="6401930" y="5145385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Suitable for multiple classrooms across schools, colleges, universities, training centers, and entire smart educational campuses.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9" y="499368"/>
            <a:ext cx="4394189" cy="5859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45815"/>
            <a:ext cx="6223638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and Future Impact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69971" y="1928118"/>
            <a:ext cx="6223638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1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Smart Classroom Monitoring System</a:t>
            </a: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is a modern IoT-based solution that integrates automated attendance, environmental monitoring, and energy optimization into a unified, intelligent platform.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69971" y="2912170"/>
            <a:ext cx="6223638" cy="2228652"/>
          </a:xfrm>
          <a:prstGeom prst="roundRect">
            <a:avLst>
              <a:gd name="adj" fmla="val 1196"/>
            </a:avLst>
          </a:prstGeom>
          <a:solidFill>
            <a:srgbClr val="304755"/>
          </a:solidFill>
          <a:ln/>
        </p:spPr>
      </p:sp>
      <p:sp>
        <p:nvSpPr>
          <p:cNvPr id="7" name="Shape 4"/>
          <p:cNvSpPr/>
          <p:nvPr/>
        </p:nvSpPr>
        <p:spPr>
          <a:xfrm>
            <a:off x="5269971" y="2912170"/>
            <a:ext cx="3111819" cy="1248668"/>
          </a:xfrm>
          <a:custGeom>
            <a:avLst/>
            <a:gdLst/>
            <a:ahLst/>
            <a:cxnLst/>
            <a:rect l="l" t="t" r="r" b="b"/>
            <a:pathLst>
              <a:path w="3111819" h="1248668">
                <a:moveTo>
                  <a:pt x="22208" y="0"/>
                </a:moveTo>
                <a:lnTo>
                  <a:pt x="3111819" y="0"/>
                </a:lnTo>
                <a:lnTo>
                  <a:pt x="3111819" y="1248668"/>
                </a:lnTo>
                <a:lnTo>
                  <a:pt x="0" y="1248668"/>
                </a:lnTo>
                <a:lnTo>
                  <a:pt x="0" y="22208"/>
                </a:lnTo>
                <a:arcTo wR="22208" hR="22208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5447568" y="3089771"/>
            <a:ext cx="275662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7568" y="3445867"/>
            <a:ext cx="2756625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Improves classroom operations and reduces energy consumption.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81790" y="2912170"/>
            <a:ext cx="3111819" cy="1248668"/>
          </a:xfrm>
          <a:custGeom>
            <a:avLst/>
            <a:gdLst/>
            <a:ahLst/>
            <a:cxnLst/>
            <a:rect l="l" t="t" r="r" b="b"/>
            <a:pathLst>
              <a:path w="3111819" h="1248668">
                <a:moveTo>
                  <a:pt x="0" y="0"/>
                </a:moveTo>
                <a:lnTo>
                  <a:pt x="3089611" y="0"/>
                </a:lnTo>
                <a:arcTo wR="22208" hR="22208" stAng="16200000" swAng="5400000"/>
                <a:lnTo>
                  <a:pt x="3111819" y="1248668"/>
                </a:lnTo>
                <a:lnTo>
                  <a:pt x="0" y="1248668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2912170"/>
            <a:ext cx="19050" cy="1248668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2" name="Text 9"/>
          <p:cNvSpPr/>
          <p:nvPr/>
        </p:nvSpPr>
        <p:spPr>
          <a:xfrm>
            <a:off x="8559387" y="3089771"/>
            <a:ext cx="275662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59387" y="3445867"/>
            <a:ext cx="2756625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Enables better decision-making through real-time data and analytics.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69971" y="4160838"/>
            <a:ext cx="6223638" cy="979984"/>
          </a:xfrm>
          <a:custGeom>
            <a:avLst/>
            <a:gdLst/>
            <a:ahLst/>
            <a:cxnLst/>
            <a:rect l="l" t="t" r="r" b="b"/>
            <a:pathLst>
              <a:path w="6223638" h="979984">
                <a:moveTo>
                  <a:pt x="0" y="0"/>
                </a:moveTo>
                <a:lnTo>
                  <a:pt x="6223638" y="0"/>
                </a:lnTo>
                <a:lnTo>
                  <a:pt x="6223638" y="957775"/>
                </a:lnTo>
                <a:arcTo wR="22208" hR="22208" stAng="0" swAng="5400000"/>
                <a:lnTo>
                  <a:pt x="22208" y="979984"/>
                </a:lnTo>
                <a:arcTo wR="22208" hR="22208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5" name="Shape 12"/>
          <p:cNvSpPr/>
          <p:nvPr/>
        </p:nvSpPr>
        <p:spPr>
          <a:xfrm>
            <a:off x="5269971" y="4160838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6" name="Text 13"/>
          <p:cNvSpPr/>
          <p:nvPr/>
        </p:nvSpPr>
        <p:spPr>
          <a:xfrm>
            <a:off x="5447568" y="4338439"/>
            <a:ext cx="5868444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47568" y="4694535"/>
            <a:ext cx="5868444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Contributes to smart education and digital transformation in institutions.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536367" y="5496818"/>
            <a:ext cx="5957242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Vision:</a:t>
            </a: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Creating intelligent, efficient, secure, and sustainable educational campuses for the future.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269971" y="5318820"/>
            <a:ext cx="19050" cy="893366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670</Words>
  <Application>Microsoft Office PowerPoint</Application>
  <PresentationFormat>Widescreen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Cabin Bold</vt:lpstr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2026-08-20T04:24:45Z</dcterms:created>
  <dcterms:modified xsi:type="dcterms:W3CDTF">2026-10-02T17:09:41Z</dcterms:modified>
</cp:coreProperties>
</file>